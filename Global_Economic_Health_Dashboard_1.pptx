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u="sng" dirty="0"/>
              <a:t>Global </a:t>
            </a:r>
            <a:r>
              <a:rPr sz="3600" b="1" u="sng" dirty="0"/>
              <a:t>Economic Health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/>
              <a:t>Overview of key global indicators: GDP, gold prices and economic growth trends.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Average</a:t>
            </a:r>
            <a:r>
              <a:rPr lang="en-IN" sz="3600" b="1" u="sng" dirty="0"/>
              <a:t>  Global GDP</a:t>
            </a:r>
            <a:endParaRPr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i="1" dirty="0"/>
              <a:t>Average Global GDP: 11.02 Trillion USD</a:t>
            </a:r>
          </a:p>
          <a:p>
            <a:pPr marL="0" indent="0">
              <a:buNone/>
            </a:pPr>
            <a:r>
              <a:rPr sz="2400" b="1" i="1" dirty="0"/>
              <a:t>Indicates overall global economic productivity.</a:t>
            </a:r>
          </a:p>
          <a:p>
            <a:pPr marL="0" indent="0">
              <a:buNone/>
            </a:pPr>
            <a:r>
              <a:rPr sz="2400" b="1" i="1" dirty="0"/>
              <a:t>Higher values show stronger economies</a:t>
            </a:r>
            <a:r>
              <a:rPr sz="2400" b="1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Average </a:t>
            </a:r>
            <a:r>
              <a:rPr lang="en-IN" sz="3600" b="1" u="sng" dirty="0"/>
              <a:t>GDP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</a:t>
            </a:r>
            <a:r>
              <a:rPr sz="2400" b="1" i="1" dirty="0"/>
              <a:t>Average GDP (Selected Countries): 2.415 Trillion USD</a:t>
            </a:r>
          </a:p>
          <a:p>
            <a:pPr marL="0" indent="0">
              <a:buNone/>
            </a:pPr>
            <a:r>
              <a:rPr sz="2400" b="1" i="1" dirty="0"/>
              <a:t>Useful for comparing country performance with global average</a:t>
            </a:r>
            <a:r>
              <a:rPr sz="2400" i="1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Gold Price by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i="1" dirty="0"/>
              <a:t> Shows average gold price per ounce across countries.</a:t>
            </a:r>
            <a:endParaRPr lang="en-IN" sz="2400" b="1" i="1" dirty="0"/>
          </a:p>
          <a:p>
            <a:pPr marL="0" indent="0">
              <a:buNone/>
            </a:pPr>
            <a:r>
              <a:rPr sz="2400" b="1" i="1" dirty="0"/>
              <a:t>Countries like USA, UAE, Switzerland show higher gold prices.</a:t>
            </a:r>
          </a:p>
          <a:p>
            <a:pPr marL="0" indent="0">
              <a:buNone/>
            </a:pPr>
            <a:r>
              <a:rPr sz="2400" b="1" i="1" dirty="0"/>
              <a:t> Reflects commodity price variations by region.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GDP Trend (2024)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i="1" dirty="0"/>
              <a:t> </a:t>
            </a:r>
            <a:r>
              <a:rPr sz="2400" b="1" i="1" dirty="0"/>
              <a:t>GDP growth rates range from -2% to 6% across countries.</a:t>
            </a:r>
            <a:endParaRPr lang="en-IN" sz="2400" b="1" i="1" dirty="0"/>
          </a:p>
          <a:p>
            <a:pPr marL="0" indent="0">
              <a:buNone/>
            </a:pPr>
            <a:r>
              <a:rPr sz="2400" b="1" i="1" dirty="0"/>
              <a:t> Indicates moderate and stable economic growth globally.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i="1" dirty="0"/>
              <a:t>Global GDP remains stable.</a:t>
            </a:r>
          </a:p>
          <a:p>
            <a:pPr marL="0" indent="0">
              <a:buNone/>
            </a:pPr>
            <a:r>
              <a:rPr sz="2400" b="1" i="1" dirty="0"/>
              <a:t>Gold price variations show regional economic differences.</a:t>
            </a:r>
            <a:endParaRPr lang="en-IN" sz="2400" b="1" i="1" dirty="0"/>
          </a:p>
          <a:p>
            <a:pPr marL="0" indent="0">
              <a:buNone/>
            </a:pPr>
            <a:r>
              <a:rPr sz="2400" b="1" i="1" dirty="0"/>
              <a:t>GDP trends indicate moderate global growth.</a:t>
            </a:r>
          </a:p>
          <a:p>
            <a:pPr marL="0" indent="0">
              <a:buNone/>
            </a:pPr>
            <a:r>
              <a:rPr sz="2400" b="1" i="1" dirty="0"/>
              <a:t>Dashboard provides a clear view of economic health.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158</Words>
  <Application>Microsoft Office PowerPoint</Application>
  <PresentationFormat>On-screen Show 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Global Economic Health Dashboard</vt:lpstr>
      <vt:lpstr>Average  Global GDP</vt:lpstr>
      <vt:lpstr>Average GDP Card</vt:lpstr>
      <vt:lpstr>Gold Price by Country</vt:lpstr>
      <vt:lpstr>GDP Trend (2024)</vt:lpstr>
      <vt:lpstr>Insights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Anila</dc:creator>
  <cp:keywords/>
  <dc:description>generated using python-pptx</dc:description>
  <cp:lastModifiedBy>anila A N</cp:lastModifiedBy>
  <cp:revision>4</cp:revision>
  <dcterms:created xsi:type="dcterms:W3CDTF">2013-01-27T09:14:16Z</dcterms:created>
  <dcterms:modified xsi:type="dcterms:W3CDTF">2025-11-18T13:05:26Z</dcterms:modified>
  <cp:category/>
</cp:coreProperties>
</file>